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media/image6.png" ContentType="image/png"/>
  <Override PartName="/ppt/media/image10.png" ContentType="image/png"/>
  <Override PartName="/ppt/media/image3.png" ContentType="image/png"/>
  <Override PartName="/ppt/media/image5.png" ContentType="image/png"/>
  <Override PartName="/ppt/media/image1.jpeg" ContentType="image/jpeg"/>
  <Override PartName="/ppt/media/image7.png" ContentType="image/png"/>
  <Override PartName="/ppt/media/image12.png" ContentType="image/png"/>
  <Override PartName="/ppt/media/image9.png" ContentType="image/png"/>
  <Override PartName="/ppt/media/image4.png" ContentType="image/png"/>
  <Override PartName="/ppt/media/image13.png" ContentType="image/png"/>
  <Override PartName="/ppt/media/image2.jpeg" ContentType="image/jpeg"/>
  <Override PartName="/ppt/media/image8.png" ContentType="image/png"/>
  <Override PartName="/ppt/media/image11.svg" ContentType="image/svg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3.xml.rels" ContentType="application/vnd.openxmlformats-package.relationships+xml"/>
  <Override PartName="/ppt/slides/_rels/slide1.xml.rels" ContentType="application/vnd.openxmlformats-package.relationships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Naslovni diapozitiv">
    <p:bg>
      <p:bgPr>
        <a:gradFill rotWithShape="0">
          <a:gsLst>
            <a:gs pos="0">
              <a:srgbClr val="4f4f4f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/>
          <p:nvPr/>
        </p:nvSpPr>
        <p:spPr>
          <a:xfrm>
            <a:off x="0" y="3622320"/>
            <a:ext cx="12191760" cy="2505600"/>
          </a:xfrm>
          <a:prstGeom prst="rect">
            <a:avLst/>
          </a:prstGeom>
          <a:gradFill rotWithShape="0">
            <a:gsLst>
              <a:gs pos="0">
                <a:srgbClr val="454545">
                  <a:alpha val="0"/>
                </a:srgbClr>
              </a:gs>
              <a:gs pos="100000">
                <a:srgbClr val="454545">
                  <a:alpha val="8000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3" name="Picture 9" descr=""/>
          <p:cNvPicPr/>
          <p:nvPr/>
        </p:nvPicPr>
        <p:blipFill>
          <a:blip r:embed="rId2"/>
          <a:srcRect l="0" t="1526" r="0" b="-1526"/>
          <a:stretch/>
        </p:blipFill>
        <p:spPr>
          <a:xfrm>
            <a:off x="0" y="6129360"/>
            <a:ext cx="12191760" cy="742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" name="Straight Connector 11"/>
          <p:cNvCxnSpPr/>
          <p:nvPr/>
        </p:nvCxnSpPr>
        <p:spPr>
          <a:xfrm>
            <a:off x="0" y="6138000"/>
            <a:ext cx="12192120" cy="36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774440" y="802440"/>
            <a:ext cx="8636760" cy="292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sl-SI" sz="6600" strike="noStrike" u="none" cap="all">
                <a:solidFill>
                  <a:schemeClr val="accent1"/>
                </a:solidFill>
                <a:effectLst/>
                <a:uFillTx/>
                <a:latin typeface="Rockwell"/>
              </a:rPr>
              <a:t>Kliknite, če želite urediti slog naslova matrice</a:t>
            </a:r>
            <a:endParaRPr b="0" lang="en-US" sz="66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7242120" y="330480"/>
            <a:ext cx="350028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Rockwell"/>
              </a:rPr>
              <a:t>&lt;date/time&gt;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2"/>
          </p:nvPr>
        </p:nvSpPr>
        <p:spPr>
          <a:xfrm>
            <a:off x="1451520" y="329400"/>
            <a:ext cx="562644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DejaVu Serif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3"/>
          </p:nvPr>
        </p:nvSpPr>
        <p:spPr>
          <a:xfrm>
            <a:off x="477000" y="798840"/>
            <a:ext cx="81072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800" strike="noStrike" u="none">
                <a:solidFill>
                  <a:schemeClr val="accent1"/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FFB96DD-7541-4261-8D1C-1DC9F37C64BD}" type="slidenum">
              <a:rPr b="0" lang="en-US" sz="2800" strike="noStrike" u="none">
                <a:solidFill>
                  <a:schemeClr val="accent1"/>
                </a:solidFill>
                <a:effectLst/>
                <a:uFillTx/>
                <a:latin typeface="Rockwell"/>
              </a:rPr>
              <a:t>&lt;number&gt;</a:t>
            </a:fld>
            <a:endParaRPr b="0" lang="en-US" sz="2800" strike="noStrike" u="non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Click to edit the outline text format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Second Outline Level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Third Outline Level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Fourth Outline Level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Fifth Outline Level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Sixth Outline Level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Seventh Outline Level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Naslov in navpično besedilo">
    <p:bg>
      <p:bgPr>
        <a:gradFill rotWithShape="0">
          <a:gsLst>
            <a:gs pos="0">
              <a:srgbClr val="4f4f4f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8"/>
          <p:cNvSpPr/>
          <p:nvPr/>
        </p:nvSpPr>
        <p:spPr>
          <a:xfrm>
            <a:off x="0" y="3622320"/>
            <a:ext cx="12191760" cy="2505600"/>
          </a:xfrm>
          <a:prstGeom prst="rect">
            <a:avLst/>
          </a:prstGeom>
          <a:gradFill rotWithShape="0">
            <a:gsLst>
              <a:gs pos="0">
                <a:srgbClr val="454545">
                  <a:alpha val="0"/>
                </a:srgbClr>
              </a:gs>
              <a:gs pos="100000">
                <a:srgbClr val="454545">
                  <a:alpha val="8000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11" name="Picture 9" descr=""/>
          <p:cNvPicPr/>
          <p:nvPr/>
        </p:nvPicPr>
        <p:blipFill>
          <a:blip r:embed="rId2"/>
          <a:srcRect l="0" t="1526" r="0" b="-1526"/>
          <a:stretch/>
        </p:blipFill>
        <p:spPr>
          <a:xfrm>
            <a:off x="0" y="6129360"/>
            <a:ext cx="12191760" cy="742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2" name="Straight Connector 11"/>
          <p:cNvCxnSpPr/>
          <p:nvPr/>
        </p:nvCxnSpPr>
        <p:spPr>
          <a:xfrm>
            <a:off x="0" y="6138000"/>
            <a:ext cx="12192120" cy="36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290880" cy="104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sl-SI" sz="3200" strike="noStrike" u="none" cap="all">
                <a:solidFill>
                  <a:schemeClr val="accent1"/>
                </a:solidFill>
                <a:effectLst/>
                <a:uFillTx/>
                <a:latin typeface="Rockwell"/>
              </a:rPr>
              <a:t>Kliknite, če želite urediti slog naslova matrice</a:t>
            </a:r>
            <a:endParaRPr b="0" lang="en-US" sz="32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9290880" cy="34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20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Kliknite za urejanje slogov besedila matrice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1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Druga raven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16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Tretja raven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14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Četrta raven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12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Peta raven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4"/>
          </p:nvPr>
        </p:nvSpPr>
        <p:spPr>
          <a:xfrm>
            <a:off x="7242120" y="330480"/>
            <a:ext cx="350028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Rockwell"/>
              </a:rPr>
              <a:t>&lt;date/time&gt;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5"/>
          </p:nvPr>
        </p:nvSpPr>
        <p:spPr>
          <a:xfrm>
            <a:off x="1451520" y="329400"/>
            <a:ext cx="562644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DejaVu Serif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6"/>
          </p:nvPr>
        </p:nvSpPr>
        <p:spPr>
          <a:xfrm>
            <a:off x="480240" y="798840"/>
            <a:ext cx="81072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800" strike="noStrike" u="none">
                <a:solidFill>
                  <a:schemeClr val="accent1"/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B291BD5-33F7-407D-A50C-5223F643CDBC}" type="slidenum">
              <a:rPr b="0" lang="en-US" sz="2800" strike="noStrike" u="none">
                <a:solidFill>
                  <a:schemeClr val="accent1"/>
                </a:solidFill>
                <a:effectLst/>
                <a:uFillTx/>
                <a:latin typeface="Rockwell"/>
              </a:rPr>
              <a:t>&lt;number&gt;</a:t>
            </a:fld>
            <a:endParaRPr b="0" lang="en-US" sz="2800" strike="noStrike" u="non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Navpični naslov in besedilo">
    <p:bg>
      <p:bgPr>
        <a:gradFill rotWithShape="0">
          <a:gsLst>
            <a:gs pos="0">
              <a:srgbClr val="4f4f4f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8"/>
          <p:cNvSpPr/>
          <p:nvPr/>
        </p:nvSpPr>
        <p:spPr>
          <a:xfrm>
            <a:off x="0" y="3622320"/>
            <a:ext cx="12191760" cy="2505600"/>
          </a:xfrm>
          <a:prstGeom prst="rect">
            <a:avLst/>
          </a:prstGeom>
          <a:gradFill rotWithShape="0">
            <a:gsLst>
              <a:gs pos="0">
                <a:srgbClr val="454545">
                  <a:alpha val="0"/>
                </a:srgbClr>
              </a:gs>
              <a:gs pos="100000">
                <a:srgbClr val="454545">
                  <a:alpha val="8000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19" name="Picture 9" descr=""/>
          <p:cNvPicPr/>
          <p:nvPr/>
        </p:nvPicPr>
        <p:blipFill>
          <a:blip r:embed="rId2"/>
          <a:srcRect l="0" t="1526" r="0" b="-1526"/>
          <a:stretch/>
        </p:blipFill>
        <p:spPr>
          <a:xfrm>
            <a:off x="0" y="6129360"/>
            <a:ext cx="12191760" cy="742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0" name="Straight Connector 11"/>
          <p:cNvCxnSpPr/>
          <p:nvPr/>
        </p:nvCxnSpPr>
        <p:spPr>
          <a:xfrm>
            <a:off x="0" y="6138000"/>
            <a:ext cx="12192120" cy="36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127080" y="798840"/>
            <a:ext cx="1615320" cy="465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sl-SI" sz="3200" strike="noStrike" u="none" cap="all">
                <a:solidFill>
                  <a:schemeClr val="accent1"/>
                </a:solidFill>
                <a:effectLst/>
                <a:uFillTx/>
                <a:latin typeface="Rockwell"/>
              </a:rPr>
              <a:t>Kliknite, če želite urediti slog naslova matrice</a:t>
            </a:r>
            <a:endParaRPr b="0" lang="en-US" sz="32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1444680" y="798840"/>
            <a:ext cx="7518240" cy="465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20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Kliknite za urejanje slogov besedila matrice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1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Druga raven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16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Tretja raven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14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Četrta raven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12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Peta raven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7"/>
          </p:nvPr>
        </p:nvSpPr>
        <p:spPr>
          <a:xfrm>
            <a:off x="7242120" y="330480"/>
            <a:ext cx="350028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Rockwell"/>
              </a:rPr>
              <a:t>&lt;date/time&gt;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8"/>
          </p:nvPr>
        </p:nvSpPr>
        <p:spPr>
          <a:xfrm>
            <a:off x="1451520" y="329400"/>
            <a:ext cx="562644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DejaVu Serif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9"/>
          </p:nvPr>
        </p:nvSpPr>
        <p:spPr>
          <a:xfrm>
            <a:off x="480240" y="798840"/>
            <a:ext cx="81072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800" strike="noStrike" u="none">
                <a:solidFill>
                  <a:schemeClr val="accent1"/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9DF34D-04EF-4278-ACAE-669DBC68E765}" type="slidenum">
              <a:rPr b="0" lang="en-US" sz="2800" strike="noStrike" u="none">
                <a:solidFill>
                  <a:schemeClr val="accent1"/>
                </a:solidFill>
                <a:effectLst/>
                <a:uFillTx/>
                <a:latin typeface="Rockwell"/>
              </a:rPr>
              <a:t>&lt;number&gt;</a:t>
            </a:fld>
            <a:endParaRPr b="0" lang="en-US" sz="2800" strike="noStrike" u="non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Naslov in vsebina">
    <p:bg>
      <p:bgPr>
        <a:gradFill rotWithShape="0">
          <a:gsLst>
            <a:gs pos="0">
              <a:srgbClr val="4f4f4f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8"/>
          <p:cNvSpPr/>
          <p:nvPr/>
        </p:nvSpPr>
        <p:spPr>
          <a:xfrm>
            <a:off x="0" y="3622320"/>
            <a:ext cx="12191760" cy="2505600"/>
          </a:xfrm>
          <a:prstGeom prst="rect">
            <a:avLst/>
          </a:prstGeom>
          <a:gradFill rotWithShape="0">
            <a:gsLst>
              <a:gs pos="0">
                <a:srgbClr val="454545">
                  <a:alpha val="0"/>
                </a:srgbClr>
              </a:gs>
              <a:gs pos="100000">
                <a:srgbClr val="454545">
                  <a:alpha val="8000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27" name="Picture 9" descr=""/>
          <p:cNvPicPr/>
          <p:nvPr/>
        </p:nvPicPr>
        <p:blipFill>
          <a:blip r:embed="rId2"/>
          <a:srcRect l="0" t="1526" r="0" b="-1526"/>
          <a:stretch/>
        </p:blipFill>
        <p:spPr>
          <a:xfrm>
            <a:off x="0" y="6129360"/>
            <a:ext cx="12191760" cy="742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8" name="Straight Connector 11"/>
          <p:cNvCxnSpPr/>
          <p:nvPr/>
        </p:nvCxnSpPr>
        <p:spPr>
          <a:xfrm>
            <a:off x="0" y="6138000"/>
            <a:ext cx="12192120" cy="36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290880" cy="104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sl-SI" sz="3200" strike="noStrike" u="none" cap="all">
                <a:solidFill>
                  <a:schemeClr val="accent1"/>
                </a:solidFill>
                <a:effectLst/>
                <a:uFillTx/>
                <a:latin typeface="Rockwell"/>
              </a:rPr>
              <a:t>Kliknite, če želite urediti slog naslova matrice</a:t>
            </a:r>
            <a:endParaRPr b="0" lang="en-US" sz="32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9290880" cy="34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20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Kliknite za urejanje slogov besedila matrice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1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Druga raven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16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Tretja raven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14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Četrta raven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12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Peta raven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0"/>
          </p:nvPr>
        </p:nvSpPr>
        <p:spPr>
          <a:xfrm>
            <a:off x="7242120" y="330480"/>
            <a:ext cx="350028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Rockwell"/>
              </a:rPr>
              <a:t>&lt;date/time&gt;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1"/>
          </p:nvPr>
        </p:nvSpPr>
        <p:spPr>
          <a:xfrm>
            <a:off x="1451520" y="329400"/>
            <a:ext cx="562644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DejaVu Serif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2"/>
          </p:nvPr>
        </p:nvSpPr>
        <p:spPr>
          <a:xfrm>
            <a:off x="480240" y="798840"/>
            <a:ext cx="81072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800" strike="noStrike" u="none">
                <a:solidFill>
                  <a:schemeClr val="accent1"/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14372A3-F00F-47FA-8339-E9A5D7E13B2E}" type="slidenum">
              <a:rPr b="0" lang="en-US" sz="2800" strike="noStrike" u="none">
                <a:solidFill>
                  <a:schemeClr val="accent1"/>
                </a:solidFill>
                <a:effectLst/>
                <a:uFillTx/>
                <a:latin typeface="Rockwell"/>
              </a:rPr>
              <a:t>&lt;number&gt;</a:t>
            </a:fld>
            <a:endParaRPr b="0" lang="en-US" sz="2800" strike="noStrike" u="non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lava odseka">
    <p:bg>
      <p:bgPr>
        <a:gradFill rotWithShape="0">
          <a:gsLst>
            <a:gs pos="0">
              <a:srgbClr val="4f4f4f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8"/>
          <p:cNvSpPr/>
          <p:nvPr/>
        </p:nvSpPr>
        <p:spPr>
          <a:xfrm>
            <a:off x="0" y="3622320"/>
            <a:ext cx="12191760" cy="2505600"/>
          </a:xfrm>
          <a:prstGeom prst="rect">
            <a:avLst/>
          </a:prstGeom>
          <a:gradFill rotWithShape="0">
            <a:gsLst>
              <a:gs pos="0">
                <a:srgbClr val="454545">
                  <a:alpha val="0"/>
                </a:srgbClr>
              </a:gs>
              <a:gs pos="100000">
                <a:srgbClr val="454545">
                  <a:alpha val="8000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35" name="Picture 9" descr=""/>
          <p:cNvPicPr/>
          <p:nvPr/>
        </p:nvPicPr>
        <p:blipFill>
          <a:blip r:embed="rId2"/>
          <a:srcRect l="0" t="1526" r="0" b="-1526"/>
          <a:stretch/>
        </p:blipFill>
        <p:spPr>
          <a:xfrm>
            <a:off x="0" y="6129360"/>
            <a:ext cx="12191760" cy="742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6" name="Straight Connector 11"/>
          <p:cNvCxnSpPr/>
          <p:nvPr/>
        </p:nvCxnSpPr>
        <p:spPr>
          <a:xfrm>
            <a:off x="0" y="6138000"/>
            <a:ext cx="12192120" cy="36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774440" y="1756080"/>
            <a:ext cx="8642880" cy="196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sl-SI" sz="3600" strike="noStrike" u="none" cap="all">
                <a:solidFill>
                  <a:schemeClr val="accent1"/>
                </a:solidFill>
                <a:effectLst/>
                <a:uFillTx/>
                <a:latin typeface="Rockwell"/>
              </a:rPr>
              <a:t>Kliknite, če želite urediti slog naslova matrice</a:t>
            </a:r>
            <a:endParaRPr b="0" lang="en-US" sz="36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1774440" y="3725280"/>
            <a:ext cx="8642880" cy="109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45720" anchor="t">
            <a:normAutofit/>
          </a:bodyPr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sl-SI" sz="1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Kliknite za urejanje slogov besedila matrice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13"/>
          </p:nvPr>
        </p:nvSpPr>
        <p:spPr>
          <a:xfrm>
            <a:off x="7242120" y="330480"/>
            <a:ext cx="350028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Rockwell"/>
              </a:rPr>
              <a:t>&lt;date/time&gt;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14"/>
          </p:nvPr>
        </p:nvSpPr>
        <p:spPr>
          <a:xfrm>
            <a:off x="1451520" y="329400"/>
            <a:ext cx="562644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DejaVu Serif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15"/>
          </p:nvPr>
        </p:nvSpPr>
        <p:spPr>
          <a:xfrm>
            <a:off x="480240" y="798840"/>
            <a:ext cx="81072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800" strike="noStrike" u="none">
                <a:solidFill>
                  <a:schemeClr val="accent1"/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6D5C45-2FFC-46CC-B249-DCBBBF2DCD00}" type="slidenum">
              <a:rPr b="0" lang="en-US" sz="2800" strike="noStrike" u="none">
                <a:solidFill>
                  <a:schemeClr val="accent1"/>
                </a:solidFill>
                <a:effectLst/>
                <a:uFillTx/>
                <a:latin typeface="Rockwell"/>
              </a:rPr>
              <a:t>&lt;number&gt;</a:t>
            </a:fld>
            <a:endParaRPr b="0" lang="en-US" sz="2800" strike="noStrike" u="non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ve vsebini">
    <p:bg>
      <p:bgPr>
        <a:gradFill rotWithShape="0">
          <a:gsLst>
            <a:gs pos="0">
              <a:srgbClr val="4f4f4f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8"/>
          <p:cNvSpPr/>
          <p:nvPr/>
        </p:nvSpPr>
        <p:spPr>
          <a:xfrm>
            <a:off x="0" y="3622320"/>
            <a:ext cx="12191760" cy="2505600"/>
          </a:xfrm>
          <a:prstGeom prst="rect">
            <a:avLst/>
          </a:prstGeom>
          <a:gradFill rotWithShape="0">
            <a:gsLst>
              <a:gs pos="0">
                <a:srgbClr val="454545">
                  <a:alpha val="0"/>
                </a:srgbClr>
              </a:gs>
              <a:gs pos="100000">
                <a:srgbClr val="454545">
                  <a:alpha val="8000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43" name="Picture 9" descr=""/>
          <p:cNvPicPr/>
          <p:nvPr/>
        </p:nvPicPr>
        <p:blipFill>
          <a:blip r:embed="rId2"/>
          <a:srcRect l="0" t="1526" r="0" b="-1526"/>
          <a:stretch/>
        </p:blipFill>
        <p:spPr>
          <a:xfrm>
            <a:off x="0" y="6129360"/>
            <a:ext cx="12191760" cy="742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4" name="Straight Connector 11"/>
          <p:cNvCxnSpPr/>
          <p:nvPr/>
        </p:nvCxnSpPr>
        <p:spPr>
          <a:xfrm>
            <a:off x="0" y="6138000"/>
            <a:ext cx="12192120" cy="36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449360" y="804960"/>
            <a:ext cx="9293040" cy="105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sl-SI" sz="3200" strike="noStrike" u="none" cap="all">
                <a:solidFill>
                  <a:schemeClr val="accent1"/>
                </a:solidFill>
                <a:effectLst/>
                <a:uFillTx/>
                <a:latin typeface="Rockwell"/>
              </a:rPr>
              <a:t>Kliknite, če želite urediti slog naslova matrice</a:t>
            </a:r>
            <a:endParaRPr b="0" lang="en-US" sz="32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1447200" y="2010960"/>
            <a:ext cx="4488120" cy="344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20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Kliknite za urejanje slogov besedila matrice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1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Druga raven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16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Tretja raven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14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Četrta raven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12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Peta raven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6254280" y="2017440"/>
            <a:ext cx="4488120" cy="344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20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Kliknite za urejanje slogov besedila matrice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1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Druga raven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16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Tretja raven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14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Četrta raven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12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Peta raven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16"/>
          </p:nvPr>
        </p:nvSpPr>
        <p:spPr>
          <a:xfrm>
            <a:off x="7242120" y="330480"/>
            <a:ext cx="350028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Rockwell"/>
              </a:rPr>
              <a:t>&lt;date/time&gt;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17"/>
          </p:nvPr>
        </p:nvSpPr>
        <p:spPr>
          <a:xfrm>
            <a:off x="1451520" y="329400"/>
            <a:ext cx="562644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DejaVu Serif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sldNum" idx="18"/>
          </p:nvPr>
        </p:nvSpPr>
        <p:spPr>
          <a:xfrm>
            <a:off x="480240" y="798840"/>
            <a:ext cx="81072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800" strike="noStrike" u="none">
                <a:solidFill>
                  <a:schemeClr val="accent1"/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BA8780-AA4A-4EB0-A28C-DE14F4A729F5}" type="slidenum">
              <a:rPr b="0" lang="en-US" sz="2800" strike="noStrike" u="none">
                <a:solidFill>
                  <a:schemeClr val="accent1"/>
                </a:solidFill>
                <a:effectLst/>
                <a:uFillTx/>
                <a:latin typeface="Rockwell"/>
              </a:rPr>
              <a:t>&lt;number&gt;</a:t>
            </a:fld>
            <a:endParaRPr b="0" lang="en-US" sz="2800" strike="noStrike" u="non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imerjava">
    <p:bg>
      <p:bgPr>
        <a:gradFill rotWithShape="0">
          <a:gsLst>
            <a:gs pos="0">
              <a:srgbClr val="4f4f4f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8"/>
          <p:cNvSpPr/>
          <p:nvPr/>
        </p:nvSpPr>
        <p:spPr>
          <a:xfrm>
            <a:off x="0" y="3622320"/>
            <a:ext cx="12191760" cy="2505600"/>
          </a:xfrm>
          <a:prstGeom prst="rect">
            <a:avLst/>
          </a:prstGeom>
          <a:gradFill rotWithShape="0">
            <a:gsLst>
              <a:gs pos="0">
                <a:srgbClr val="454545">
                  <a:alpha val="0"/>
                </a:srgbClr>
              </a:gs>
              <a:gs pos="100000">
                <a:srgbClr val="454545">
                  <a:alpha val="8000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52" name="Picture 9" descr=""/>
          <p:cNvPicPr/>
          <p:nvPr/>
        </p:nvPicPr>
        <p:blipFill>
          <a:blip r:embed="rId2"/>
          <a:srcRect l="0" t="1526" r="0" b="-1526"/>
          <a:stretch/>
        </p:blipFill>
        <p:spPr>
          <a:xfrm>
            <a:off x="0" y="6129360"/>
            <a:ext cx="12191760" cy="742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3" name="Straight Connector 11"/>
          <p:cNvCxnSpPr/>
          <p:nvPr/>
        </p:nvCxnSpPr>
        <p:spPr>
          <a:xfrm>
            <a:off x="0" y="6138000"/>
            <a:ext cx="12192120" cy="36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447200" y="804240"/>
            <a:ext cx="9295200" cy="105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sl-SI" sz="3200" strike="noStrike" u="none" cap="all">
                <a:solidFill>
                  <a:schemeClr val="accent1"/>
                </a:solidFill>
                <a:effectLst/>
                <a:uFillTx/>
                <a:latin typeface="Rockwell"/>
              </a:rPr>
              <a:t>Kliknite, če želite urediti slog naslova matrice</a:t>
            </a:r>
            <a:endParaRPr b="0" lang="en-US" sz="32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447200" y="2019600"/>
            <a:ext cx="4488480" cy="80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sl-SI" sz="2200" strike="noStrike" u="none" cap="all">
                <a:solidFill>
                  <a:schemeClr val="accent1"/>
                </a:solidFill>
                <a:effectLst/>
                <a:uFillTx/>
                <a:latin typeface="Rockwell"/>
              </a:rPr>
              <a:t>Kliknite za urejanje slogov besedila matrice</a:t>
            </a:r>
            <a:endParaRPr b="0" lang="en-US" sz="22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447200" y="2824200"/>
            <a:ext cx="4488480" cy="264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20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Kliknite za urejanje slogov besedila matrice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1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Druga raven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16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Tretja raven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14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Četrta raven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12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Peta raven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body"/>
          </p:nvPr>
        </p:nvSpPr>
        <p:spPr>
          <a:xfrm>
            <a:off x="6256080" y="2022840"/>
            <a:ext cx="4488480" cy="80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sl-SI" sz="2200" strike="noStrike" u="none" cap="all">
                <a:solidFill>
                  <a:schemeClr val="accent1"/>
                </a:solidFill>
                <a:effectLst/>
                <a:uFillTx/>
                <a:latin typeface="Rockwell"/>
              </a:rPr>
              <a:t>Kliknite za urejanje slogov besedila matrice</a:t>
            </a:r>
            <a:endParaRPr b="0" lang="en-US" sz="22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body"/>
          </p:nvPr>
        </p:nvSpPr>
        <p:spPr>
          <a:xfrm>
            <a:off x="6256080" y="2821320"/>
            <a:ext cx="4488480" cy="263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20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Kliknite za urejanje slogov besedila matrice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1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Druga raven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16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Tretja raven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14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Četrta raven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12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Peta raven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dt" idx="19"/>
          </p:nvPr>
        </p:nvSpPr>
        <p:spPr>
          <a:xfrm>
            <a:off x="7242120" y="330480"/>
            <a:ext cx="350028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Rockwell"/>
              </a:rPr>
              <a:t>&lt;date/time&gt;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  <p:sp>
        <p:nvSpPr>
          <p:cNvPr id="60" name="PlaceHolder 7"/>
          <p:cNvSpPr>
            <a:spLocks noGrp="1"/>
          </p:cNvSpPr>
          <p:nvPr>
            <p:ph type="ftr" idx="20"/>
          </p:nvPr>
        </p:nvSpPr>
        <p:spPr>
          <a:xfrm>
            <a:off x="1451520" y="329400"/>
            <a:ext cx="562644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DejaVu Serif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  <p:sp>
        <p:nvSpPr>
          <p:cNvPr id="61" name="PlaceHolder 8"/>
          <p:cNvSpPr>
            <a:spLocks noGrp="1"/>
          </p:cNvSpPr>
          <p:nvPr>
            <p:ph type="sldNum" idx="21"/>
          </p:nvPr>
        </p:nvSpPr>
        <p:spPr>
          <a:xfrm>
            <a:off x="480240" y="798840"/>
            <a:ext cx="81072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800" strike="noStrike" u="none">
                <a:solidFill>
                  <a:schemeClr val="accent1"/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775B875-882C-4B35-B7AA-1C560C4D5BD4}" type="slidenum">
              <a:rPr b="0" lang="en-US" sz="2800" strike="noStrike" u="none">
                <a:solidFill>
                  <a:schemeClr val="accent1"/>
                </a:solidFill>
                <a:effectLst/>
                <a:uFillTx/>
                <a:latin typeface="Rockwell"/>
              </a:rPr>
              <a:t>&lt;number&gt;</a:t>
            </a:fld>
            <a:endParaRPr b="0" lang="en-US" sz="2800" strike="noStrike" u="non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amo naslov">
    <p:bg>
      <p:bgPr>
        <a:gradFill rotWithShape="0">
          <a:gsLst>
            <a:gs pos="0">
              <a:srgbClr val="4f4f4f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8"/>
          <p:cNvSpPr/>
          <p:nvPr/>
        </p:nvSpPr>
        <p:spPr>
          <a:xfrm>
            <a:off x="0" y="3622320"/>
            <a:ext cx="12191760" cy="2505600"/>
          </a:xfrm>
          <a:prstGeom prst="rect">
            <a:avLst/>
          </a:prstGeom>
          <a:gradFill rotWithShape="0">
            <a:gsLst>
              <a:gs pos="0">
                <a:srgbClr val="454545">
                  <a:alpha val="0"/>
                </a:srgbClr>
              </a:gs>
              <a:gs pos="100000">
                <a:srgbClr val="454545">
                  <a:alpha val="8000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63" name="Picture 9" descr=""/>
          <p:cNvPicPr/>
          <p:nvPr/>
        </p:nvPicPr>
        <p:blipFill>
          <a:blip r:embed="rId2"/>
          <a:srcRect l="0" t="1526" r="0" b="-1526"/>
          <a:stretch/>
        </p:blipFill>
        <p:spPr>
          <a:xfrm>
            <a:off x="0" y="6129360"/>
            <a:ext cx="12191760" cy="742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4" name="Straight Connector 11"/>
          <p:cNvCxnSpPr/>
          <p:nvPr/>
        </p:nvCxnSpPr>
        <p:spPr>
          <a:xfrm>
            <a:off x="0" y="6138000"/>
            <a:ext cx="12192120" cy="36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290880" cy="104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sl-SI" sz="3200" strike="noStrike" u="none" cap="all">
                <a:solidFill>
                  <a:schemeClr val="accent1"/>
                </a:solidFill>
                <a:effectLst/>
                <a:uFillTx/>
                <a:latin typeface="Rockwell"/>
              </a:rPr>
              <a:t>Kliknite, če želite urediti slog naslova matrice</a:t>
            </a:r>
            <a:endParaRPr b="0" lang="en-US" sz="32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dt" idx="22"/>
          </p:nvPr>
        </p:nvSpPr>
        <p:spPr>
          <a:xfrm>
            <a:off x="7242120" y="330480"/>
            <a:ext cx="350028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Rockwell"/>
              </a:rPr>
              <a:t>&lt;date/time&gt;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ftr" idx="23"/>
          </p:nvPr>
        </p:nvSpPr>
        <p:spPr>
          <a:xfrm>
            <a:off x="1451520" y="329400"/>
            <a:ext cx="562644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DejaVu Serif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sldNum" idx="24"/>
          </p:nvPr>
        </p:nvSpPr>
        <p:spPr>
          <a:xfrm>
            <a:off x="480240" y="798840"/>
            <a:ext cx="81072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800" strike="noStrike" u="none">
                <a:solidFill>
                  <a:schemeClr val="accent1"/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B9B802-B3B5-4B45-906C-C744D2732315}" type="slidenum">
              <a:rPr b="0" lang="en-US" sz="2800" strike="noStrike" u="none">
                <a:solidFill>
                  <a:schemeClr val="accent1"/>
                </a:solidFill>
                <a:effectLst/>
                <a:uFillTx/>
                <a:latin typeface="Rockwell"/>
              </a:rPr>
              <a:t>&lt;number&gt;</a:t>
            </a:fld>
            <a:endParaRPr b="0" lang="en-US" sz="2800" strike="noStrike" u="non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azen">
    <p:bg>
      <p:bgPr>
        <a:gradFill rotWithShape="0">
          <a:gsLst>
            <a:gs pos="0">
              <a:srgbClr val="4f4f4f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8"/>
          <p:cNvSpPr/>
          <p:nvPr/>
        </p:nvSpPr>
        <p:spPr>
          <a:xfrm>
            <a:off x="0" y="3622320"/>
            <a:ext cx="12191760" cy="2505600"/>
          </a:xfrm>
          <a:prstGeom prst="rect">
            <a:avLst/>
          </a:prstGeom>
          <a:gradFill rotWithShape="0">
            <a:gsLst>
              <a:gs pos="0">
                <a:srgbClr val="454545">
                  <a:alpha val="0"/>
                </a:srgbClr>
              </a:gs>
              <a:gs pos="100000">
                <a:srgbClr val="454545">
                  <a:alpha val="8000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70" name="Picture 9" descr=""/>
          <p:cNvPicPr/>
          <p:nvPr/>
        </p:nvPicPr>
        <p:blipFill>
          <a:blip r:embed="rId2"/>
          <a:srcRect l="0" t="1526" r="0" b="-1526"/>
          <a:stretch/>
        </p:blipFill>
        <p:spPr>
          <a:xfrm>
            <a:off x="0" y="6129360"/>
            <a:ext cx="12191760" cy="742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1" name="Straight Connector 11"/>
          <p:cNvCxnSpPr/>
          <p:nvPr/>
        </p:nvCxnSpPr>
        <p:spPr>
          <a:xfrm>
            <a:off x="0" y="6138000"/>
            <a:ext cx="12192120" cy="36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sp>
        <p:nvSpPr>
          <p:cNvPr id="72" name="PlaceHolder 1"/>
          <p:cNvSpPr>
            <a:spLocks noGrp="1"/>
          </p:cNvSpPr>
          <p:nvPr>
            <p:ph type="dt" idx="25"/>
          </p:nvPr>
        </p:nvSpPr>
        <p:spPr>
          <a:xfrm>
            <a:off x="7242120" y="330480"/>
            <a:ext cx="350028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Rockwell"/>
              </a:rPr>
              <a:t>&lt;date/time&gt;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ftr" idx="26"/>
          </p:nvPr>
        </p:nvSpPr>
        <p:spPr>
          <a:xfrm>
            <a:off x="1451520" y="329400"/>
            <a:ext cx="562644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DejaVu Serif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sldNum" idx="27"/>
          </p:nvPr>
        </p:nvSpPr>
        <p:spPr>
          <a:xfrm>
            <a:off x="480240" y="798840"/>
            <a:ext cx="81072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800" strike="noStrike" u="none">
                <a:solidFill>
                  <a:schemeClr val="accent1"/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83190B5-E24D-4133-8036-9318289DDA32}" type="slidenum">
              <a:rPr b="0" lang="en-US" sz="2800" strike="noStrike" u="none">
                <a:solidFill>
                  <a:schemeClr val="accent1"/>
                </a:solidFill>
                <a:effectLst/>
                <a:uFillTx/>
                <a:latin typeface="Rockwell"/>
              </a:rPr>
              <a:t>&lt;number&gt;</a:t>
            </a:fld>
            <a:endParaRPr b="0" lang="en-US" sz="2800" strike="noStrike" u="non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sebina z naslovom">
    <p:bg>
      <p:bgPr>
        <a:gradFill rotWithShape="0">
          <a:gsLst>
            <a:gs pos="0">
              <a:srgbClr val="4f4f4f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8"/>
          <p:cNvSpPr/>
          <p:nvPr/>
        </p:nvSpPr>
        <p:spPr>
          <a:xfrm>
            <a:off x="0" y="3622320"/>
            <a:ext cx="12191760" cy="2505600"/>
          </a:xfrm>
          <a:prstGeom prst="rect">
            <a:avLst/>
          </a:prstGeom>
          <a:gradFill rotWithShape="0">
            <a:gsLst>
              <a:gs pos="0">
                <a:srgbClr val="454545">
                  <a:alpha val="0"/>
                </a:srgbClr>
              </a:gs>
              <a:gs pos="100000">
                <a:srgbClr val="454545">
                  <a:alpha val="8000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76" name="Picture 9" descr=""/>
          <p:cNvPicPr/>
          <p:nvPr/>
        </p:nvPicPr>
        <p:blipFill>
          <a:blip r:embed="rId2"/>
          <a:srcRect l="0" t="1526" r="0" b="-1526"/>
          <a:stretch/>
        </p:blipFill>
        <p:spPr>
          <a:xfrm>
            <a:off x="0" y="6129360"/>
            <a:ext cx="12191760" cy="742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7" name="Straight Connector 11"/>
          <p:cNvCxnSpPr/>
          <p:nvPr/>
        </p:nvCxnSpPr>
        <p:spPr>
          <a:xfrm>
            <a:off x="0" y="6138000"/>
            <a:ext cx="12192120" cy="36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444680" y="798840"/>
            <a:ext cx="2961720" cy="240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sl-SI" sz="2400" strike="noStrike" u="none" cap="all">
                <a:solidFill>
                  <a:schemeClr val="accent1"/>
                </a:solidFill>
                <a:effectLst/>
                <a:uFillTx/>
                <a:latin typeface="Rockwell"/>
              </a:rPr>
              <a:t>Kliknite, če želite urediti slog naslova matrice</a:t>
            </a:r>
            <a:endParaRPr b="0" lang="en-US" sz="24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730400" y="798840"/>
            <a:ext cx="6012000" cy="465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20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Kliknite za urejanje slogov besedila matrice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1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Druga raven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16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Tretja raven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14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Četrta raven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12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Peta raven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1444680" y="3205440"/>
            <a:ext cx="2961720" cy="224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sl-SI" sz="16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Kliknite za urejanje slogov besedila matrice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dt" idx="28"/>
          </p:nvPr>
        </p:nvSpPr>
        <p:spPr>
          <a:xfrm>
            <a:off x="7242120" y="330480"/>
            <a:ext cx="350028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Rockwell"/>
              </a:rPr>
              <a:t>&lt;date/time&gt;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ftr" idx="29"/>
          </p:nvPr>
        </p:nvSpPr>
        <p:spPr>
          <a:xfrm>
            <a:off x="1451520" y="329400"/>
            <a:ext cx="562644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DejaVu Serif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sldNum" idx="30"/>
          </p:nvPr>
        </p:nvSpPr>
        <p:spPr>
          <a:xfrm>
            <a:off x="480240" y="798840"/>
            <a:ext cx="81072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800" strike="noStrike" u="none">
                <a:solidFill>
                  <a:schemeClr val="accent1"/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B3A125-25C4-403B-B496-0BEF69380530}" type="slidenum">
              <a:rPr b="0" lang="en-US" sz="2800" strike="noStrike" u="none">
                <a:solidFill>
                  <a:schemeClr val="accent1"/>
                </a:solidFill>
                <a:effectLst/>
                <a:uFillTx/>
                <a:latin typeface="Rockwell"/>
              </a:rPr>
              <a:t>&lt;number&gt;</a:t>
            </a:fld>
            <a:endParaRPr b="0" lang="en-US" sz="2800" strike="noStrike" u="non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aslov in slika">
    <p:bg>
      <p:bgPr>
        <a:gradFill rotWithShape="0">
          <a:gsLst>
            <a:gs pos="0">
              <a:srgbClr val="4f4f4f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"/>
          <p:cNvSpPr/>
          <p:nvPr/>
        </p:nvSpPr>
        <p:spPr>
          <a:xfrm>
            <a:off x="0" y="3622320"/>
            <a:ext cx="12191760" cy="2505600"/>
          </a:xfrm>
          <a:prstGeom prst="rect">
            <a:avLst/>
          </a:prstGeom>
          <a:gradFill rotWithShape="0">
            <a:gsLst>
              <a:gs pos="0">
                <a:srgbClr val="454545">
                  <a:alpha val="0"/>
                </a:srgbClr>
              </a:gs>
              <a:gs pos="100000">
                <a:srgbClr val="454545">
                  <a:alpha val="8000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85" name="Picture 9" descr=""/>
          <p:cNvPicPr/>
          <p:nvPr/>
        </p:nvPicPr>
        <p:blipFill>
          <a:blip r:embed="rId2"/>
          <a:srcRect l="0" t="1526" r="0" b="-1526"/>
          <a:stretch/>
        </p:blipFill>
        <p:spPr>
          <a:xfrm>
            <a:off x="0" y="6129360"/>
            <a:ext cx="12191760" cy="742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86" name="Straight Connector 11"/>
          <p:cNvCxnSpPr/>
          <p:nvPr/>
        </p:nvCxnSpPr>
        <p:spPr>
          <a:xfrm>
            <a:off x="0" y="6138000"/>
            <a:ext cx="12192120" cy="36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grpSp>
        <p:nvGrpSpPr>
          <p:cNvPr id="87" name="Group 8"/>
          <p:cNvGrpSpPr/>
          <p:nvPr/>
        </p:nvGrpSpPr>
        <p:grpSpPr>
          <a:xfrm>
            <a:off x="7477560" y="482040"/>
            <a:ext cx="4074120" cy="5148720"/>
            <a:chOff x="7477560" y="482040"/>
            <a:chExt cx="4074120" cy="5148720"/>
          </a:xfrm>
        </p:grpSpPr>
        <p:sp>
          <p:nvSpPr>
            <p:cNvPr id="88" name="Rectangle 17"/>
            <p:cNvSpPr/>
            <p:nvPr/>
          </p:nvSpPr>
          <p:spPr>
            <a:xfrm>
              <a:off x="7477560" y="482040"/>
              <a:ext cx="4074120" cy="5148720"/>
            </a:xfrm>
            <a:prstGeom prst="rect">
              <a:avLst/>
            </a:prstGeom>
            <a:blipFill rotWithShape="0">
              <a:blip r:embed="rId3">
                <a:alphaModFix amt="30000"/>
              </a:blip>
              <a:srcRect/>
              <a:tile tx="0" ty="0" sx="100000" sy="100000" algn="ctr"/>
            </a:blipFill>
            <a:ln w="76200">
              <a:noFill/>
            </a:ln>
            <a:effectLst>
              <a:outerShdw algn="tl" blurRad="127080" dir="4740526" dist="228470" rotWithShape="0" sx="98000" sy="98000">
                <a:srgbClr val="000000">
                  <a:alpha val="34000"/>
                </a:srgbClr>
              </a:outerShdw>
            </a:effectLst>
            <a:scene3d>
              <a:camera prst="orthographicFront"/>
              <a:lightRig dir="t" rig="threePt"/>
            </a:scene3d>
            <a:sp3d extrusionH="76200" contourW="12700" prstMaterial="matte">
              <a:bevelT prst="softRound" w="152400" h="50800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endParaRPr>
            </a:p>
          </p:txBody>
        </p:sp>
        <p:sp>
          <p:nvSpPr>
            <p:cNvPr id="89" name="Rectangle 18"/>
            <p:cNvSpPr/>
            <p:nvPr/>
          </p:nvSpPr>
          <p:spPr>
            <a:xfrm>
              <a:off x="7790400" y="812520"/>
              <a:ext cx="3449880" cy="4466160"/>
            </a:xfrm>
            <a:prstGeom prst="rect">
              <a:avLst/>
            </a:prstGeom>
            <a:gradFill rotWithShape="0"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/>
            </a:gradFill>
            <a:ln w="38100">
              <a:solidFill>
                <a:srgbClr val="dfd9d5">
                  <a:lumMod val="25000"/>
                </a:srgbClr>
              </a:solidFill>
              <a:miter/>
            </a:ln>
            <a:effectLst>
              <a:innerShdw blurRad="63500" dir="14100000" dist="88900">
                <a:srgbClr val="000000">
                  <a:alpha val="30000"/>
                </a:srgbClr>
              </a:innerShdw>
            </a:effectLst>
            <a:scene3d>
              <a:camera prst="orthographicFront"/>
              <a:lightRig dir="t" rig="threeP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endParaRPr>
            </a:p>
          </p:txBody>
        </p:sp>
      </p:grp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451160" y="1129680"/>
            <a:ext cx="5532120" cy="192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sl-SI" sz="3200" strike="noStrike" u="none" cap="all">
                <a:solidFill>
                  <a:schemeClr val="accent1"/>
                </a:solidFill>
                <a:effectLst/>
                <a:uFillTx/>
                <a:latin typeface="Rockwell"/>
              </a:rPr>
              <a:t>Kliknite, če želite urediti slog naslova matrice</a:t>
            </a:r>
            <a:endParaRPr b="0" lang="en-US" sz="32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8124480" y="1122480"/>
            <a:ext cx="2790720" cy="3866040"/>
          </a:xfrm>
          <a:prstGeom prst="rect">
            <a:avLst/>
          </a:prstGeom>
          <a:solidFill>
            <a:schemeClr val="dk1">
              <a:lumMod val="50000"/>
              <a:lumOff val="50000"/>
              <a:alpha val="80000"/>
            </a:schemeClr>
          </a:solidFill>
          <a:ln w="936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sl-SI" sz="32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Kliknite ikono, če želite dodati sliko</a:t>
            </a:r>
            <a:endParaRPr b="0" lang="en-US" sz="32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1450440" y="3059640"/>
            <a:ext cx="5524200" cy="208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sl-SI" sz="1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Kliknite za urejanje slogov besedila matrice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dt" idx="31"/>
          </p:nvPr>
        </p:nvSpPr>
        <p:spPr>
          <a:xfrm>
            <a:off x="1447560" y="5469840"/>
            <a:ext cx="5527080" cy="31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lt1">
                    <a:tint val="75000"/>
                  </a:schemeClr>
                </a:solidFill>
                <a:effectLst/>
                <a:uFillTx/>
                <a:latin typeface="Rockwell"/>
              </a:rPr>
              <a:t>&lt;date/time&gt;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  <p:sp>
        <p:nvSpPr>
          <p:cNvPr id="94" name="PlaceHolder 5"/>
          <p:cNvSpPr>
            <a:spLocks noGrp="1"/>
          </p:cNvSpPr>
          <p:nvPr>
            <p:ph type="ftr" idx="32"/>
          </p:nvPr>
        </p:nvSpPr>
        <p:spPr>
          <a:xfrm>
            <a:off x="1447560" y="318600"/>
            <a:ext cx="5540760" cy="32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DejaVu Serif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DejaVu Serif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  <p:sp>
        <p:nvSpPr>
          <p:cNvPr id="95" name="PlaceHolder 6"/>
          <p:cNvSpPr>
            <a:spLocks noGrp="1"/>
          </p:cNvSpPr>
          <p:nvPr>
            <p:ph type="sldNum" idx="33"/>
          </p:nvPr>
        </p:nvSpPr>
        <p:spPr>
          <a:xfrm>
            <a:off x="480240" y="798840"/>
            <a:ext cx="81072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2800" strike="noStrike" u="none">
                <a:solidFill>
                  <a:schemeClr val="accent1"/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1FA91AC-F96E-4A7A-B1D4-1CFE16622C14}" type="slidenum">
              <a:rPr b="0" lang="en-US" sz="2800" strike="noStrike" u="none">
                <a:solidFill>
                  <a:schemeClr val="accent1"/>
                </a:solidFill>
                <a:effectLst/>
                <a:uFillTx/>
                <a:latin typeface="Rockwell"/>
              </a:rPr>
              <a:t>&lt;number&gt;</a:t>
            </a:fld>
            <a:endParaRPr b="0" lang="en-US" sz="2800" strike="noStrike" u="none">
              <a:solidFill>
                <a:srgbClr val="ffffff"/>
              </a:solidFill>
              <a:effectLst/>
              <a:uFillTx/>
              <a:latin typeface="DejaVu Serif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svg"/><Relationship Id="rId3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774440" y="51480"/>
            <a:ext cx="8636760" cy="292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600" strike="noStrike" u="none" cap="all">
                <a:solidFill>
                  <a:schemeClr val="accent1"/>
                </a:solidFill>
                <a:effectLst/>
                <a:uFillTx/>
                <a:latin typeface="Rockwell"/>
              </a:rPr>
              <a:t>VULKAN</a:t>
            </a:r>
            <a:endParaRPr b="0" lang="en-US" sz="66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1774440" y="3724200"/>
            <a:ext cx="8636760" cy="97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 cap="all">
                <a:solidFill>
                  <a:schemeClr val="lt1"/>
                </a:solidFill>
                <a:effectLst/>
                <a:uFillTx/>
                <a:latin typeface="Rockwell"/>
              </a:rPr>
              <a:t>STE SMV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98" name="PoljeZBesedilom 3"/>
          <p:cNvSpPr/>
          <p:nvPr/>
        </p:nvSpPr>
        <p:spPr>
          <a:xfrm>
            <a:off x="739080" y="4800600"/>
            <a:ext cx="5709240" cy="17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AUTHOR: MATIJA HRASTNIK R-4.a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</a:pPr>
            <a:endParaRPr b="0" lang="en-US" sz="2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MENTOR: </a:t>
            </a: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	</a:t>
            </a: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Bostjan Resinovic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	</a:t>
            </a: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	</a:t>
            </a: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	</a:t>
            </a: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	</a:t>
            </a: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Klavdija Spur Jereb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99" name="PoljeZBesedilom 4"/>
          <p:cNvSpPr/>
          <p:nvPr/>
        </p:nvSpPr>
        <p:spPr>
          <a:xfrm>
            <a:off x="8680680" y="6024960"/>
            <a:ext cx="199512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11.28.2025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334080" y="614880"/>
            <a:ext cx="9290880" cy="104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trike="noStrike" u="none" cap="all">
                <a:solidFill>
                  <a:schemeClr val="accent1"/>
                </a:solidFill>
                <a:effectLst/>
                <a:uFillTx/>
                <a:latin typeface="Rockwell"/>
              </a:rPr>
              <a:t>AGENDA</a:t>
            </a:r>
            <a:endParaRPr b="0" lang="en-US" sz="40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graphicFrame>
        <p:nvGraphicFramePr>
          <p:cNvPr id="101" name="Tabela 17"/>
          <p:cNvGraphicFramePr/>
          <p:nvPr/>
        </p:nvGraphicFramePr>
        <p:xfrm>
          <a:off x="8128080" y="1803240"/>
          <a:ext cx="8127720" cy="5041800"/>
        </p:xfrm>
        <a:graphic>
          <a:graphicData uri="http://schemas.openxmlformats.org/drawingml/2006/table">
            <a:tbl>
              <a:tblPr/>
              <a:tblGrid>
                <a:gridCol w="8127720"/>
              </a:tblGrid>
              <a:tr h="1008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2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Rockwell"/>
                        </a:rPr>
                        <a:t>WHAT IS VULKAN</a:t>
                      </a:r>
                      <a:endParaRPr b="0" lang="en-US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38160">
                      <a:noFill/>
                      <a:prstDash val="solid"/>
                    </a:lnB>
                    <a:noFill/>
                  </a:tcPr>
                </a:tc>
              </a:tr>
              <a:tr h="1008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2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Rockwell"/>
                        </a:rPr>
                        <a:t>HOW TO USE </a:t>
                      </a:r>
                      <a:endParaRPr b="0" lang="en-US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DejaVu Sans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2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Rockwell"/>
                        </a:rPr>
                        <a:t>VULKAN</a:t>
                      </a:r>
                      <a:endParaRPr b="0" lang="en-US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3816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008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2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Rockwell"/>
                        </a:rPr>
                        <a:t>VULKAN STRUCTURE</a:t>
                      </a:r>
                      <a:endParaRPr b="0" lang="en-US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008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2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Rockwell"/>
                        </a:rPr>
                        <a:t>COMPARISON</a:t>
                      </a:r>
                      <a:endParaRPr b="0" lang="en-US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008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2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Rockwell"/>
                        </a:rPr>
                        <a:t>PRACTICAL PART</a:t>
                      </a:r>
                      <a:endParaRPr b="0" lang="en-US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DejaVu Sans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2" name="Diagram poteka: povezovalnik 19"/>
          <p:cNvSpPr/>
          <p:nvPr/>
        </p:nvSpPr>
        <p:spPr>
          <a:xfrm>
            <a:off x="7252200" y="1919160"/>
            <a:ext cx="719640" cy="719640"/>
          </a:xfrm>
          <a:prstGeom prst="flowChartConnector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1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03" name="Diagram poteka: povezovalnik 24"/>
          <p:cNvSpPr/>
          <p:nvPr/>
        </p:nvSpPr>
        <p:spPr>
          <a:xfrm>
            <a:off x="7252200" y="3069000"/>
            <a:ext cx="719640" cy="719640"/>
          </a:xfrm>
          <a:prstGeom prst="flowChartConnector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2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04" name="Diagram poteka: povezovalnik 25"/>
          <p:cNvSpPr/>
          <p:nvPr/>
        </p:nvSpPr>
        <p:spPr>
          <a:xfrm>
            <a:off x="7252200" y="4021560"/>
            <a:ext cx="719640" cy="719640"/>
          </a:xfrm>
          <a:prstGeom prst="flowChartConnector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3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05" name="Diagram poteka: povezovalnik 26"/>
          <p:cNvSpPr/>
          <p:nvPr/>
        </p:nvSpPr>
        <p:spPr>
          <a:xfrm>
            <a:off x="7252200" y="4974120"/>
            <a:ext cx="719640" cy="719640"/>
          </a:xfrm>
          <a:prstGeom prst="flowChartConnector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4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06" name="Diagram poteka: povezovalnik 29"/>
          <p:cNvSpPr/>
          <p:nvPr/>
        </p:nvSpPr>
        <p:spPr>
          <a:xfrm>
            <a:off x="7252200" y="5968800"/>
            <a:ext cx="719640" cy="719640"/>
          </a:xfrm>
          <a:prstGeom prst="flowChartConnector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5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pic>
        <p:nvPicPr>
          <p:cNvPr id="107" name="Slika 11" descr=""/>
          <p:cNvPicPr/>
          <p:nvPr/>
        </p:nvPicPr>
        <p:blipFill>
          <a:blip r:embed="rId1"/>
          <a:stretch/>
        </p:blipFill>
        <p:spPr>
          <a:xfrm>
            <a:off x="0" y="2638800"/>
            <a:ext cx="7143840" cy="2743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290880" cy="104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trike="noStrike" u="none" cap="all">
                <a:solidFill>
                  <a:schemeClr val="accent1"/>
                </a:solidFill>
                <a:effectLst/>
                <a:uFillTx/>
                <a:latin typeface="Rockwell"/>
              </a:rPr>
              <a:t>GLOSSARY</a:t>
            </a:r>
            <a:endParaRPr b="0" lang="en-US" sz="40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1450440" y="2107440"/>
            <a:ext cx="9290880" cy="34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1. Engraving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2. Nozzle 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3. Designer Software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4. Laser Cutting Machine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5. Wooden Products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290880" cy="104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5000" lnSpcReduction="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sl-SI" sz="4400" strike="noStrike" u="none" cap="all">
                <a:solidFill>
                  <a:schemeClr val="accent1"/>
                </a:solidFill>
                <a:effectLst/>
                <a:uFillTx/>
                <a:latin typeface="Rockwell"/>
              </a:rPr>
              <a:t>WHAT IS vulkan</a:t>
            </a:r>
            <a:br>
              <a:rPr sz="3200"/>
            </a:br>
            <a:endParaRPr b="0" lang="en-US" sz="44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1451520" y="2015640"/>
            <a:ext cx="9290880" cy="34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Graphics/GPU API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Khronos Group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2016, replaced OpenGL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Low Level Control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6800760" y="1853640"/>
            <a:ext cx="4857840" cy="2743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290880" cy="104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sl-SI" sz="4000" strike="noStrike" u="none" cap="all">
                <a:solidFill>
                  <a:schemeClr val="accent1"/>
                </a:solidFill>
                <a:effectLst/>
                <a:uFillTx/>
                <a:latin typeface="Rockwell"/>
              </a:rPr>
              <a:t>Why vulkan?</a:t>
            </a:r>
            <a:endParaRPr b="0" lang="en-US" sz="40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1451520" y="2015640"/>
            <a:ext cx="9290880" cy="34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Performance -&gt; very explicit, good control of the GPU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Cross platform: Linux, Windows, macOS (MoltenVK)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Validation Layers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451520" y="0"/>
            <a:ext cx="9290880" cy="104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sl-SI" sz="4000" strike="noStrike" u="none" cap="all">
                <a:solidFill>
                  <a:schemeClr val="accent1"/>
                </a:solidFill>
                <a:effectLst/>
                <a:uFillTx/>
                <a:latin typeface="Rockwell"/>
              </a:rPr>
              <a:t>What can it do</a:t>
            </a:r>
            <a:endParaRPr b="0" lang="en-US" sz="40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538920" y="914400"/>
            <a:ext cx="9290880" cy="34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Use the GPU explicitly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Compute operations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Image Adressing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Sample Shading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Anti Aliasing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1"/>
          <a:stretch/>
        </p:blipFill>
        <p:spPr>
          <a:xfrm>
            <a:off x="6558480" y="914400"/>
            <a:ext cx="5233680" cy="2514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" descr=""/>
          <p:cNvPicPr/>
          <p:nvPr/>
        </p:nvPicPr>
        <p:blipFill>
          <a:blip r:embed="rId2"/>
          <a:stretch/>
        </p:blipFill>
        <p:spPr>
          <a:xfrm>
            <a:off x="0" y="4057920"/>
            <a:ext cx="6667920" cy="188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" descr=""/>
          <p:cNvPicPr/>
          <p:nvPr/>
        </p:nvPicPr>
        <p:blipFill>
          <a:blip r:embed="rId3"/>
          <a:stretch/>
        </p:blipFill>
        <p:spPr>
          <a:xfrm>
            <a:off x="6667920" y="4057920"/>
            <a:ext cx="4705560" cy="276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"/>
          <p:cNvSpPr txBox="1"/>
          <p:nvPr/>
        </p:nvSpPr>
        <p:spPr>
          <a:xfrm>
            <a:off x="6629400" y="3429000"/>
            <a:ext cx="9965880" cy="62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DejaVu Sans"/>
              </a:rPr>
              <a:t>github.com/SaschaWillems/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DejaVu Sans"/>
              </a:rPr>
              <a:t>Vulkan Hardware RT from Sascha Willems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290880" cy="104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sl-SI" sz="4000" strike="noStrike" u="none" cap="all">
                <a:solidFill>
                  <a:schemeClr val="accent1"/>
                </a:solidFill>
                <a:effectLst/>
                <a:uFillTx/>
                <a:latin typeface="Rockwell"/>
              </a:rPr>
              <a:t>Core concepts</a:t>
            </a:r>
            <a:endParaRPr b="0" lang="en-US" sz="40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1451520" y="2015640"/>
            <a:ext cx="9290880" cy="34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Devices &amp; Queues 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Pipelines: Fixed and Programmable stages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Command Buffers: Recorded GPU commands (reusable)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Synchronization: Explicit fences, semaphores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290880" cy="104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sl-SI" sz="4000" strike="noStrike" u="none" cap="all">
                <a:solidFill>
                  <a:schemeClr val="accent1"/>
                </a:solidFill>
                <a:effectLst/>
                <a:uFillTx/>
                <a:latin typeface="Rockwell"/>
              </a:rPr>
              <a:t>Development enviorment</a:t>
            </a:r>
            <a:endParaRPr b="0" lang="en-US" sz="40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1451520" y="2015640"/>
            <a:ext cx="9290880" cy="34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LunarG SDK 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Windowing Enviorment 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Linear Algebra library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SPIR compiler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GLM, GLFW, Slang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pic>
        <p:nvPicPr>
          <p:cNvPr id="125" name="" descr=""/>
          <p:cNvPicPr/>
          <p:nvPr/>
        </p:nvPicPr>
        <p:blipFill>
          <a:blip r:embed="rId1"/>
          <a:stretch/>
        </p:blipFill>
        <p:spPr>
          <a:xfrm>
            <a:off x="8001000" y="1800720"/>
            <a:ext cx="3266640" cy="139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" descr=""/>
          <p:cNvPicPr/>
          <p:nvPr/>
        </p:nvPicPr>
        <p:blipFill>
          <a:blip r:embed="rId2"/>
          <a:stretch/>
        </p:blipFill>
        <p:spPr>
          <a:xfrm>
            <a:off x="5715000" y="4055400"/>
            <a:ext cx="6290280" cy="2574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290880" cy="104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000" strike="noStrike" u="none" cap="all">
                <a:solidFill>
                  <a:schemeClr val="accent1"/>
                </a:solidFill>
                <a:effectLst/>
                <a:uFillTx/>
                <a:latin typeface="Rockwell"/>
              </a:rPr>
              <a:t>The Structure and it’s advancements</a:t>
            </a:r>
            <a:endParaRPr b="0" lang="en-US" sz="40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1451520" y="2015640"/>
            <a:ext cx="9290880" cy="39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Manual memory management (&lt; version 1.3)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Functions: vk_…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Structs: Vk_…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Enumerations:VK_...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RAII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New vk:: namespace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f4f4f"/>
            </a:gs>
            <a:gs pos="100000">
              <a:srgbClr val="000000"/>
            </a:gs>
          </a:gsLst>
          <a:path path="circle">
            <a:fillToRect l="50000" t="0" r="50000" b="10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4176360" cy="104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sl-SI" sz="4000" strike="noStrike" u="none" cap="all">
                <a:solidFill>
                  <a:schemeClr val="accent1"/>
                </a:solidFill>
                <a:effectLst/>
                <a:uFillTx/>
                <a:latin typeface="Rockwell"/>
              </a:rPr>
              <a:t>PROGRAM</a:t>
            </a:r>
            <a:endParaRPr b="0" lang="en-US" sz="40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969120" y="1688040"/>
            <a:ext cx="7946280" cy="425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Setup: Instance, setup device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Swapchain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Render Pass: Define attachments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Pipeline: Shaders, settings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sl-SI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Draw: Record commands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pic>
        <p:nvPicPr>
          <p:cNvPr id="131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582320" y="228600"/>
            <a:ext cx="3847680" cy="6133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4f4f4f"/>
            </a:gs>
            <a:gs pos="100000">
              <a:srgbClr val="000000"/>
            </a:gs>
          </a:gsLst>
          <a:path path="circle">
            <a:fillToRect l="50000" t="0" r="50000" b="10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4176360" cy="104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sl-SI" sz="4000" strike="noStrike" u="none" cap="all">
                <a:solidFill>
                  <a:schemeClr val="accent1"/>
                </a:solidFill>
                <a:effectLst/>
                <a:uFillTx/>
                <a:latin typeface="Rockwell"/>
              </a:rPr>
              <a:t>COMPARISON</a:t>
            </a:r>
            <a:endParaRPr b="0" lang="en-US" sz="40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969120" y="1688040"/>
            <a:ext cx="7946280" cy="425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Current state of graphics development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Vulkan’s initial shortsighted design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Extremely low level and explicit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Breadth of support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D3D does not support Linux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pic>
        <p:nvPicPr>
          <p:cNvPr id="134" name="" descr=""/>
          <p:cNvPicPr/>
          <p:nvPr/>
        </p:nvPicPr>
        <p:blipFill>
          <a:blip r:embed="rId1"/>
          <a:stretch/>
        </p:blipFill>
        <p:spPr>
          <a:xfrm>
            <a:off x="8458200" y="457200"/>
            <a:ext cx="2142720" cy="21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" descr=""/>
          <p:cNvPicPr/>
          <p:nvPr/>
        </p:nvPicPr>
        <p:blipFill>
          <a:blip r:embed="rId2"/>
          <a:stretch/>
        </p:blipFill>
        <p:spPr>
          <a:xfrm>
            <a:off x="7658280" y="3200400"/>
            <a:ext cx="3314520" cy="1380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290880" cy="104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trike="noStrike" u="none" cap="all">
                <a:solidFill>
                  <a:schemeClr val="accent1"/>
                </a:solidFill>
                <a:effectLst/>
                <a:uFillTx/>
                <a:latin typeface="Rockwell"/>
              </a:rPr>
              <a:t>CONCLUSION</a:t>
            </a:r>
            <a:endParaRPr b="0" lang="en-US" sz="40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1451520" y="2118600"/>
            <a:ext cx="9290880" cy="34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Explored core Vulkan concepts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Gained knowledge of the universal graphics pipeline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Created a funcitoning application during learning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228600" indent="0" defTabSz="914400">
              <a:lnSpc>
                <a:spcPct val="12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290880" cy="104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trike="noStrike" u="none" cap="all">
                <a:solidFill>
                  <a:schemeClr val="accent1"/>
                </a:solidFill>
                <a:effectLst/>
                <a:uFillTx/>
                <a:latin typeface="Rockwell"/>
              </a:rPr>
              <a:t>SOURCES</a:t>
            </a:r>
            <a:endParaRPr b="0" lang="en-US" sz="40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1451520" y="2015640"/>
            <a:ext cx="9290880" cy="34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All images CC0 licensed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fb8c29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Rockwell"/>
              </a:rPr>
              <a:t>https://docs.vulkan.org/guide/latest/index.html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Galerija">
  <a:themeElements>
    <a:clrScheme name="Gallery">
      <a:dk1>
        <a:srgbClr val="000000"/>
      </a:dk1>
      <a:lt1>
        <a:srgbClr val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 pitchFamily="0" charset="1"/>
        <a:ea typeface=""/>
        <a:cs typeface=""/>
      </a:majorFont>
      <a:minorFont>
        <a:latin typeface="Rockwell" panose="020606030202050204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4000"/>
                <a:lumMod val="110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8000"/>
                <a:lumMod val="104000"/>
              </a:schemeClr>
            </a:gs>
            <a:gs pos="69000">
              <a:schemeClr val="phClr">
                <a:shade val="88000"/>
                <a:lumMod val="92000"/>
              </a:schemeClr>
            </a:gs>
            <a:gs pos="100000">
              <a:schemeClr val="phClr">
                <a:shade val="78000"/>
                <a:lumMod val="92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>
          <a:gsLst>
            <a:gs pos="0">
              <a:schemeClr val="phClr">
                <a:tint val="94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TM10001114[[fn=Galerija]]</Template>
  <TotalTime>244</TotalTime>
  <Application>LibreOffice/25.8.3.2$Linux_X86_64 LibreOffice_project/580$Build-2</Application>
  <AppVersion>15.0000</AppVersion>
  <Words>492</Words>
  <Paragraphs>80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2025-01-19T16:26:47Z</dcterms:created>
  <dc:creator>Matija HRASTNIK</dc:creator>
  <dc:description/>
  <dc:language>en-US</dc:language>
  <cp:lastModifiedBy/>
  <dcterms:modified xsi:type="dcterms:W3CDTF">2025-11-27T23:03:52Z</dcterms:modified>
  <cp:revision>10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Širokozaslonsko</vt:lpwstr>
  </property>
  <property fmtid="{D5CDD505-2E9C-101B-9397-08002B2CF9AE}" pid="3" name="Slides">
    <vt:i4>13</vt:i4>
  </property>
</Properties>
</file>